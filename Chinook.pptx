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8058" y="596348"/>
            <a:ext cx="6923019" cy="567980"/>
          </a:xfrm>
        </p:spPr>
        <p:txBody>
          <a:bodyPr>
            <a:noAutofit/>
          </a:bodyPr>
          <a:lstStyle/>
          <a:p>
            <a:r>
              <a:rPr lang="en-US" sz="2800" b="1" dirty="0"/>
              <a:t>Music Store Data Analysis using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8058" y="1773238"/>
            <a:ext cx="8791575" cy="1655762"/>
          </a:xfrm>
        </p:spPr>
        <p:txBody>
          <a:bodyPr>
            <a:noAutofit/>
          </a:bodyPr>
          <a:lstStyle/>
          <a:p>
            <a:r>
              <a:rPr lang="en-US" cap="none" dirty="0" smtClean="0">
                <a:solidFill>
                  <a:schemeClr val="tx1"/>
                </a:solidFill>
              </a:rPr>
              <a:t>This project analyzes A digital music store database (chinook) using SQL to uncover business insights related to customers, sales, music genres, artists, and playlists. The analysis demonstrates practical use of SQL for real-world data analysis and decision-making.</a:t>
            </a:r>
            <a:endParaRPr lang="en-US" cap="none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8058" y="3810793"/>
            <a:ext cx="83012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top-spending customers and high-revenue countries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Analyzed overall and monthly 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Discovered most popular genres, tracks, and artists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Examined playlist composition and customer </a:t>
            </a:r>
            <a:r>
              <a:rPr lang="en-US" dirty="0" smtClean="0"/>
              <a:t>purchasing behavior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27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24" y="759343"/>
            <a:ext cx="8411749" cy="24768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87" y="3236189"/>
            <a:ext cx="3572374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7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71" y="860172"/>
            <a:ext cx="8440328" cy="26197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765" y="3479913"/>
            <a:ext cx="3172268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7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60" y="913415"/>
            <a:ext cx="7582958" cy="22482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306" y="3161629"/>
            <a:ext cx="340090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83" y="936765"/>
            <a:ext cx="9183382" cy="29436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57" y="3880401"/>
            <a:ext cx="3410426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0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468" y="849376"/>
            <a:ext cx="9030960" cy="3038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635" y="3888275"/>
            <a:ext cx="339137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5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13" y="922665"/>
            <a:ext cx="8840434" cy="32103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863" y="4133038"/>
            <a:ext cx="3400900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59" y="834886"/>
            <a:ext cx="9554908" cy="34983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473" y="4234100"/>
            <a:ext cx="3162741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5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26" y="921015"/>
            <a:ext cx="9040487" cy="31341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839" y="4055177"/>
            <a:ext cx="3248478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56" y="870504"/>
            <a:ext cx="8773749" cy="29436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81" y="3814140"/>
            <a:ext cx="320084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25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16" y="880877"/>
            <a:ext cx="8230749" cy="2657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874" y="3538723"/>
            <a:ext cx="337232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4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79" y="910874"/>
            <a:ext cx="9126224" cy="3048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412" y="3479298"/>
            <a:ext cx="3362794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2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65" y="1078199"/>
            <a:ext cx="8916644" cy="28197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30" y="3897993"/>
            <a:ext cx="3372321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9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10611" y="1699018"/>
            <a:ext cx="7938052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Skills Covered in This </a:t>
            </a:r>
            <a:r>
              <a:rPr lang="en-US" sz="2800" b="1" dirty="0" smtClean="0"/>
              <a:t>Project</a:t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SQL Query Writing &amp;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Joins (INNER JOIN) across multiple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Aggregation (GROUP BY, HAVING)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Filtering &amp; Sorting (WHERE, ORDER BY, LIMIT)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Sales &amp; Revenue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Customer &amp; Genre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Relational Database Understanding (MySQL)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Business Insight Generation using Data</a:t>
            </a:r>
          </a:p>
        </p:txBody>
      </p:sp>
    </p:spTree>
    <p:extLst>
      <p:ext uri="{BB962C8B-B14F-4D97-AF65-F5344CB8AC3E}">
        <p14:creationId xmlns:p14="http://schemas.microsoft.com/office/powerpoint/2010/main" val="1281235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411</TotalTime>
  <Words>137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Tw Cen MT</vt:lpstr>
      <vt:lpstr>Circuit</vt:lpstr>
      <vt:lpstr>Music Store Data Analysis using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14</cp:revision>
  <dcterms:created xsi:type="dcterms:W3CDTF">2026-01-11T11:31:20Z</dcterms:created>
  <dcterms:modified xsi:type="dcterms:W3CDTF">2026-01-11T18:22:47Z</dcterms:modified>
</cp:coreProperties>
</file>